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Prédiction des maladies cardiovasculaires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Data Mining</a:t>
            </a:r>
          </a:p>
          <a:p>
            <a:r>
              <a:t>Mouad Belkacem</a:t>
            </a:r>
          </a:p>
          <a:p>
            <a:r>
              <a:t>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maladies cardiovasculaires sont une cause majeure de mortalité.</a:t>
            </a:r>
          </a:p>
          <a:p>
            <a:r>
              <a:t>Objectif : prédire la présence d’une maladie cardiaque à partir de données cliniques.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: Cleveland Heart Disease Dataset</a:t>
            </a:r>
          </a:p>
          <a:p>
            <a:r>
              <a:t>303 patients, 14 variables cliniques</a:t>
            </a:r>
          </a:p>
          <a:p>
            <a:r>
              <a:t>Variable cible :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Nettoyage des valeurs manquantes</a:t>
            </a:r>
          </a:p>
          <a:p>
            <a:r>
              <a:t>Encodage et conversion des types</a:t>
            </a:r>
          </a:p>
          <a:p>
            <a:r>
              <a:t>Standardisation des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Modèles utilisés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Régression Logistique (baseline)</a:t>
            </a:r>
          </a:p>
          <a:p>
            <a:r>
              <a:t>Random Forest Classifier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-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: 86.9%</a:t>
            </a:r>
          </a:p>
          <a:p>
            <a:r>
              <a:t>Recall (malades) : 93%</a:t>
            </a:r>
          </a:p>
          <a:p>
            <a:r>
              <a:t>Faux négatifs 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-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: 88.5%</a:t>
            </a:r>
          </a:p>
          <a:p>
            <a:r>
              <a:t>Recall (malades) : 96%</a:t>
            </a:r>
          </a:p>
          <a:p>
            <a:r>
              <a:t>Faux négatifs :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montre de meilleures performances</a:t>
            </a:r>
          </a:p>
          <a:p>
            <a:r>
              <a:t>Moins de faux négatifs (critique en médecine)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des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thalach, cp, thal, ca, age</a:t>
            </a:r>
          </a:p>
          <a:p>
            <a:r>
              <a:t>Résultats cohérents médicalement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est le modèle retenu</a:t>
            </a:r>
          </a:p>
          <a:p>
            <a:r>
              <a:t>Approche fiable et interprétable</a:t>
            </a:r>
          </a:p>
          <a:p>
            <a:r>
              <a:t>Perspectives : optimisation et déploiement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